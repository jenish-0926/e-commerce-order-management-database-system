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37CF3-6DE8-44BC-8487-F27679D4B401}" v="20" dt="2026-07-23T07:18:20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7924-F200-22AE-AB3F-5C130ABFE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6EF27-BE52-C7E7-A248-6A1913C81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668BE-ED4C-0319-D1D8-24B250459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040B4-82D9-C8D3-C266-1EA5E652F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93679-1FD6-F788-CE93-062CFE99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83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B37B-8738-ECBC-3F56-6273AC63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4348E-4E1A-5E9B-6376-3AB7B0688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243A9-C1F7-6F7C-D6F9-D09D1469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0282B-B1F9-84E7-4C8C-8EBDDD30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A1641-3F47-ECD7-AB81-4C6DA6E1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66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F4E14-8F81-8A78-075B-1C7F4E44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6AFD0-58D0-B83E-59D6-C2112910D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16838-A407-D99C-3B06-A45F0E14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1597-9B51-7012-8ABC-0DA27B04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380E-6699-960C-84F2-1F3FEDDE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52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50EF-57D1-D2A0-5170-0C7382E9F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00A6B-F055-963C-1A84-FBC6DD115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7D86B-5277-4317-4335-051137ED4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883E1-5AC3-D5CC-536A-9D127FEB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4C431-7E47-400F-00DA-A3D4D2E2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DA190-EB15-E8C5-4ACD-C3A30EAF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24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AEA85-E508-8B79-DE29-4E3F5BF12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EE278-6E41-F73C-F2ED-38C8A7F56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4A9EB-1699-FCEA-6403-1860A9351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4EAEE-E76D-9F77-4799-D0CF630FD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2D0CA-255F-E972-A75C-785521D11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97662-C23F-6C5E-1227-E2072324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B606B-C564-1151-8565-5EF7B9B2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C92BF-7820-66CD-B55F-81499F9B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84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09AE-FC33-B1EA-566E-3BC14342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6E918-DF39-A279-2B8E-5A938673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3B52F-5736-5B4B-0A3F-FB196C5D8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E38AD-9934-608C-C2FA-85852AD8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7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282C1C-935D-8023-AEBF-EA66F861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2B5F4-898F-6D1F-7C7F-1F1F25B2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88D3D-A9B4-433E-26C7-95EE70A2B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98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F3F2-85BF-D34A-6FFA-20EE762D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F6440-F2FA-B592-C4B3-2E8E71468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D355B-E901-70CE-FA88-9975D5D5F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02F69-5643-2863-86AF-AF6C4A4A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0697A-5F2F-792B-DDB0-9BF80B94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943F4-74E3-3EFC-AF37-C7FC880E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45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D67C-383E-B7BA-8322-F5CE958DC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6F5987-3D80-F65A-25CC-3AD0967E0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5BAD7-1DB1-2218-96B1-9B03B897D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D9DAC-DBEB-3A39-65A7-5AE36465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AE4D2-4887-59CF-ADD4-69FDA5D5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DD227-CA1C-219B-229D-FC8FFED9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65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CE6F-28E0-EFB2-896B-0D5B4641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8D07A-C638-3D31-845E-DE4BE0A85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D9853-CBAE-874D-81FD-1A92F7AD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8BA74-D937-CEBD-2643-51CBBED6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B128E-E417-210F-4F63-5E0A124A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93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42C19-460B-4918-9298-FFD2A9AE8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F329E-F60A-77CC-8EBB-D35C95948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93F1E-BCE9-DA0A-8FCA-017B6FCF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E1917-9E8B-7D16-5F5F-30A6370AF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1226-F4A9-C14F-650F-69FE01A0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3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1E273F-1F6F-55FA-3461-3EC22A90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F3472-CE35-D2C4-6DBB-0DB68E95D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6E96E-E65C-47EB-7A36-E5B9EC942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44D4B-AB86-4F3E-B699-C5981CFA26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EB8CA-C3E0-F0A4-438D-97CD3902F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21301-6C02-CE1C-FE3F-0F5A85929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36A8F-CA9C-4FB3-8591-26DA22878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208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4189AA-F79D-E74A-A3F4-5D7617FD33D2}"/>
              </a:ext>
            </a:extLst>
          </p:cNvPr>
          <p:cNvSpPr/>
          <p:nvPr/>
        </p:nvSpPr>
        <p:spPr>
          <a:xfrm>
            <a:off x="3853632" y="5286673"/>
            <a:ext cx="983226" cy="540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cart</a:t>
            </a:r>
            <a:endParaRPr lang="en-I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118877-9937-2507-D071-50E2F75F6674}"/>
              </a:ext>
            </a:extLst>
          </p:cNvPr>
          <p:cNvSpPr/>
          <p:nvPr/>
        </p:nvSpPr>
        <p:spPr>
          <a:xfrm>
            <a:off x="4403183" y="1142383"/>
            <a:ext cx="983226" cy="540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order</a:t>
            </a:r>
            <a:endParaRPr lang="en-I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4C3BE96-0BDA-0EA6-EC20-76191305B1D8}"/>
              </a:ext>
            </a:extLst>
          </p:cNvPr>
          <p:cNvSpPr/>
          <p:nvPr/>
        </p:nvSpPr>
        <p:spPr>
          <a:xfrm>
            <a:off x="9086684" y="4469606"/>
            <a:ext cx="983226" cy="540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Order</a:t>
            </a:r>
          </a:p>
          <a:p>
            <a:pPr algn="ctr"/>
            <a:r>
              <a:rPr lang="en-US" dirty="0"/>
              <a:t>item</a:t>
            </a:r>
            <a:endParaRPr lang="en-I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80533C-8E02-4336-BBFD-406ABA11E275}"/>
              </a:ext>
            </a:extLst>
          </p:cNvPr>
          <p:cNvSpPr/>
          <p:nvPr/>
        </p:nvSpPr>
        <p:spPr>
          <a:xfrm>
            <a:off x="2064482" y="5484554"/>
            <a:ext cx="983226" cy="540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seller</a:t>
            </a:r>
            <a:endParaRPr lang="en-IN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8AF7913-B179-85EA-C84A-4E7BCA53F3D6}"/>
              </a:ext>
            </a:extLst>
          </p:cNvPr>
          <p:cNvSpPr/>
          <p:nvPr/>
        </p:nvSpPr>
        <p:spPr>
          <a:xfrm>
            <a:off x="6831117" y="5184004"/>
            <a:ext cx="983226" cy="540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review</a:t>
            </a:r>
            <a:endParaRPr lang="en-IN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D688C53-9179-C243-A644-1D250C9F1B1C}"/>
              </a:ext>
            </a:extLst>
          </p:cNvPr>
          <p:cNvSpPr/>
          <p:nvPr/>
        </p:nvSpPr>
        <p:spPr>
          <a:xfrm>
            <a:off x="7971293" y="1112466"/>
            <a:ext cx="983226" cy="540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payment</a:t>
            </a:r>
            <a:endParaRPr lang="en-IN" sz="1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583B0D1-2E1A-EE79-CECD-1EFF178A7A46}"/>
              </a:ext>
            </a:extLst>
          </p:cNvPr>
          <p:cNvSpPr/>
          <p:nvPr/>
        </p:nvSpPr>
        <p:spPr>
          <a:xfrm>
            <a:off x="2321538" y="3546683"/>
            <a:ext cx="983226" cy="540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  <a:endParaRPr lang="en-IN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8276283-80DA-3A11-697E-F974A3B3260B}"/>
              </a:ext>
            </a:extLst>
          </p:cNvPr>
          <p:cNvSpPr/>
          <p:nvPr/>
        </p:nvSpPr>
        <p:spPr>
          <a:xfrm>
            <a:off x="1821421" y="1211211"/>
            <a:ext cx="983226" cy="5407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customer</a:t>
            </a:r>
            <a:endParaRPr lang="en-IN" sz="1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B3887E5-A67E-35C9-AEAB-EA156F96B688}"/>
              </a:ext>
            </a:extLst>
          </p:cNvPr>
          <p:cNvSpPr/>
          <p:nvPr/>
        </p:nvSpPr>
        <p:spPr>
          <a:xfrm>
            <a:off x="8090103" y="2020325"/>
            <a:ext cx="983226" cy="540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shipment</a:t>
            </a:r>
            <a:endParaRPr lang="en-IN" sz="1600" dirty="0"/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455D6869-FE5C-3392-C0E6-604473E061D0}"/>
              </a:ext>
            </a:extLst>
          </p:cNvPr>
          <p:cNvSpPr/>
          <p:nvPr/>
        </p:nvSpPr>
        <p:spPr>
          <a:xfrm>
            <a:off x="3099891" y="993274"/>
            <a:ext cx="1101207" cy="82958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place</a:t>
            </a:r>
            <a:endParaRPr lang="en-IN" sz="1200" dirty="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56D9FB3-C6F4-FE3A-D7EA-BCA6653B6EAD}"/>
              </a:ext>
            </a:extLst>
          </p:cNvPr>
          <p:cNvCxnSpPr>
            <a:cxnSpLocks/>
            <a:stCxn id="60" idx="3"/>
          </p:cNvCxnSpPr>
          <p:nvPr/>
        </p:nvCxnSpPr>
        <p:spPr>
          <a:xfrm flipV="1">
            <a:off x="2804647" y="1475456"/>
            <a:ext cx="358877" cy="6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6D7CBD3-143A-18B1-9CA8-BE61D76422F1}"/>
              </a:ext>
            </a:extLst>
          </p:cNvPr>
          <p:cNvCxnSpPr/>
          <p:nvPr/>
        </p:nvCxnSpPr>
        <p:spPr>
          <a:xfrm>
            <a:off x="4676640" y="943428"/>
            <a:ext cx="0" cy="168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56FE451-C47E-4F52-3046-280BD516C7FB}"/>
              </a:ext>
            </a:extLst>
          </p:cNvPr>
          <p:cNvCxnSpPr>
            <a:cxnSpLocks/>
          </p:cNvCxnSpPr>
          <p:nvPr/>
        </p:nvCxnSpPr>
        <p:spPr>
          <a:xfrm flipH="1">
            <a:off x="5436183" y="890577"/>
            <a:ext cx="132735" cy="27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52114AF-FA1D-74E9-45CD-8B3347D27FEF}"/>
              </a:ext>
            </a:extLst>
          </p:cNvPr>
          <p:cNvCxnSpPr>
            <a:cxnSpLocks/>
          </p:cNvCxnSpPr>
          <p:nvPr/>
        </p:nvCxnSpPr>
        <p:spPr>
          <a:xfrm flipV="1">
            <a:off x="4585151" y="1683157"/>
            <a:ext cx="0" cy="230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8621FC9-1D39-B92A-8C06-69795BFA214C}"/>
              </a:ext>
            </a:extLst>
          </p:cNvPr>
          <p:cNvCxnSpPr>
            <a:cxnSpLocks/>
            <a:stCxn id="46" idx="3"/>
            <a:endCxn id="141" idx="1"/>
          </p:cNvCxnSpPr>
          <p:nvPr/>
        </p:nvCxnSpPr>
        <p:spPr>
          <a:xfrm flipV="1">
            <a:off x="5386409" y="1060664"/>
            <a:ext cx="1385352" cy="352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A3221DF-06D9-890E-60EF-470E8552C0C2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5386409" y="1412770"/>
            <a:ext cx="1604114" cy="423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Diamond 138">
            <a:extLst>
              <a:ext uri="{FF2B5EF4-FFF2-40B4-BE49-F238E27FC236}">
                <a16:creationId xmlns:a16="http://schemas.microsoft.com/office/drawing/2014/main" id="{C7A56EF9-3963-8181-A3A2-EDBAB2887A77}"/>
              </a:ext>
            </a:extLst>
          </p:cNvPr>
          <p:cNvSpPr/>
          <p:nvPr/>
        </p:nvSpPr>
        <p:spPr>
          <a:xfrm>
            <a:off x="6718768" y="1599434"/>
            <a:ext cx="1101207" cy="82958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has</a:t>
            </a:r>
            <a:endParaRPr lang="en-IN" sz="1200" dirty="0"/>
          </a:p>
        </p:txBody>
      </p:sp>
      <p:sp>
        <p:nvSpPr>
          <p:cNvPr id="141" name="Diamond 140">
            <a:extLst>
              <a:ext uri="{FF2B5EF4-FFF2-40B4-BE49-F238E27FC236}">
                <a16:creationId xmlns:a16="http://schemas.microsoft.com/office/drawing/2014/main" id="{BBE3DFBD-2A15-D1F2-C7D8-19ABF2FFF5D6}"/>
              </a:ext>
            </a:extLst>
          </p:cNvPr>
          <p:cNvSpPr/>
          <p:nvPr/>
        </p:nvSpPr>
        <p:spPr>
          <a:xfrm>
            <a:off x="6771761" y="645871"/>
            <a:ext cx="1101207" cy="82958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has</a:t>
            </a:r>
            <a:endParaRPr lang="en-IN" sz="1200" dirty="0"/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D7C9524-5434-8616-AFEE-8F0A0CA03795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8954519" y="1020913"/>
            <a:ext cx="980770" cy="361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67C1DAD-B214-8EF7-4A8B-BA2A0A38914F}"/>
              </a:ext>
            </a:extLst>
          </p:cNvPr>
          <p:cNvCxnSpPr>
            <a:stCxn id="54" idx="3"/>
          </p:cNvCxnSpPr>
          <p:nvPr/>
        </p:nvCxnSpPr>
        <p:spPr>
          <a:xfrm flipV="1">
            <a:off x="8954519" y="1082978"/>
            <a:ext cx="2418737" cy="299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11A0613-D521-459E-4291-FBA01F49FC17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8954519" y="1382853"/>
            <a:ext cx="857867" cy="321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23DDF64E-586B-BD95-DBC9-C7DD95D6865A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8954519" y="1382853"/>
            <a:ext cx="2018073" cy="63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10E0B4CD-A7CF-2F15-BB77-4DAF450D73FA}"/>
              </a:ext>
            </a:extLst>
          </p:cNvPr>
          <p:cNvCxnSpPr>
            <a:cxnSpLocks/>
          </p:cNvCxnSpPr>
          <p:nvPr/>
        </p:nvCxnSpPr>
        <p:spPr>
          <a:xfrm flipV="1">
            <a:off x="9174084" y="2278251"/>
            <a:ext cx="949438" cy="34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3C343C0-9749-AA1B-290B-6D6C5DD9598F}"/>
              </a:ext>
            </a:extLst>
          </p:cNvPr>
          <p:cNvCxnSpPr>
            <a:cxnSpLocks/>
          </p:cNvCxnSpPr>
          <p:nvPr/>
        </p:nvCxnSpPr>
        <p:spPr>
          <a:xfrm>
            <a:off x="9057956" y="2331491"/>
            <a:ext cx="1166321" cy="457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72A224F-B911-2813-DEBB-9C3DFB68CCF2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9073329" y="2290712"/>
            <a:ext cx="2196889" cy="396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23C2D03A-5E7F-2E72-2D78-4B1818F13A77}"/>
              </a:ext>
            </a:extLst>
          </p:cNvPr>
          <p:cNvCxnSpPr>
            <a:cxnSpLocks/>
          </p:cNvCxnSpPr>
          <p:nvPr/>
        </p:nvCxnSpPr>
        <p:spPr>
          <a:xfrm flipV="1">
            <a:off x="9138897" y="1836446"/>
            <a:ext cx="2148318" cy="42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Diamond 184">
            <a:extLst>
              <a:ext uri="{FF2B5EF4-FFF2-40B4-BE49-F238E27FC236}">
                <a16:creationId xmlns:a16="http://schemas.microsoft.com/office/drawing/2014/main" id="{DBFF93EA-5C2F-B6C8-F87F-B642811357F2}"/>
              </a:ext>
            </a:extLst>
          </p:cNvPr>
          <p:cNvSpPr/>
          <p:nvPr/>
        </p:nvSpPr>
        <p:spPr>
          <a:xfrm>
            <a:off x="8797454" y="3145894"/>
            <a:ext cx="1176621" cy="97459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/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F78FCC0-BB8F-3B05-ECD7-4E3D6B32708F}"/>
              </a:ext>
            </a:extLst>
          </p:cNvPr>
          <p:cNvCxnSpPr>
            <a:cxnSpLocks/>
          </p:cNvCxnSpPr>
          <p:nvPr/>
        </p:nvCxnSpPr>
        <p:spPr>
          <a:xfrm>
            <a:off x="9424538" y="4160707"/>
            <a:ext cx="6144" cy="308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D800A13-71C6-B2E8-609D-DEC65CE7A352}"/>
              </a:ext>
            </a:extLst>
          </p:cNvPr>
          <p:cNvCxnSpPr>
            <a:cxnSpLocks/>
          </p:cNvCxnSpPr>
          <p:nvPr/>
        </p:nvCxnSpPr>
        <p:spPr>
          <a:xfrm flipV="1">
            <a:off x="10059466" y="4049049"/>
            <a:ext cx="462122" cy="602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F8644F3D-6FCD-A810-A3DD-7A1F8B8DABE0}"/>
              </a:ext>
            </a:extLst>
          </p:cNvPr>
          <p:cNvCxnSpPr>
            <a:cxnSpLocks/>
          </p:cNvCxnSpPr>
          <p:nvPr/>
        </p:nvCxnSpPr>
        <p:spPr>
          <a:xfrm flipV="1">
            <a:off x="10059466" y="4517212"/>
            <a:ext cx="1146099" cy="13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1E73CF7-60C6-15E6-2609-F5E2A9E02FCC}"/>
              </a:ext>
            </a:extLst>
          </p:cNvPr>
          <p:cNvCxnSpPr>
            <a:cxnSpLocks/>
          </p:cNvCxnSpPr>
          <p:nvPr/>
        </p:nvCxnSpPr>
        <p:spPr>
          <a:xfrm>
            <a:off x="10059466" y="4651861"/>
            <a:ext cx="547513" cy="2187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01DF0002-EFD6-964F-E07D-7B2083A6DE05}"/>
              </a:ext>
            </a:extLst>
          </p:cNvPr>
          <p:cNvCxnSpPr>
            <a:stCxn id="46" idx="2"/>
            <a:endCxn id="46" idx="2"/>
          </p:cNvCxnSpPr>
          <p:nvPr/>
        </p:nvCxnSpPr>
        <p:spPr>
          <a:xfrm>
            <a:off x="4894796" y="168315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0140F656-63BB-907C-5132-3FAE68EB041E}"/>
              </a:ext>
            </a:extLst>
          </p:cNvPr>
          <p:cNvCxnSpPr>
            <a:cxnSpLocks/>
          </p:cNvCxnSpPr>
          <p:nvPr/>
        </p:nvCxnSpPr>
        <p:spPr>
          <a:xfrm>
            <a:off x="5335642" y="1671571"/>
            <a:ext cx="3838442" cy="1639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C300B7DE-317E-A948-61C9-79B54AC0A90D}"/>
              </a:ext>
            </a:extLst>
          </p:cNvPr>
          <p:cNvSpPr/>
          <p:nvPr/>
        </p:nvSpPr>
        <p:spPr>
          <a:xfrm>
            <a:off x="8939819" y="3546683"/>
            <a:ext cx="891889" cy="1954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contains</a:t>
            </a:r>
            <a:endParaRPr lang="en-IN" sz="1600" dirty="0"/>
          </a:p>
        </p:txBody>
      </p: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301A5393-D9CC-682E-4F34-195AC1C5E374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3548548" y="5827447"/>
            <a:ext cx="796697" cy="253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831D92BC-EA47-0F71-1FC6-2A69679FA22D}"/>
              </a:ext>
            </a:extLst>
          </p:cNvPr>
          <p:cNvCxnSpPr>
            <a:cxnSpLocks/>
            <a:stCxn id="26" idx="2"/>
            <a:endCxn id="532" idx="0"/>
          </p:cNvCxnSpPr>
          <p:nvPr/>
        </p:nvCxnSpPr>
        <p:spPr>
          <a:xfrm flipH="1">
            <a:off x="4006795" y="5827447"/>
            <a:ext cx="338450" cy="663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9F7DD247-78AC-BEB1-124D-1326F7492B7C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4345245" y="5827447"/>
            <a:ext cx="754056" cy="610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698161A-5C47-8ACE-5476-DDA63CEBBBAC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4345245" y="5827447"/>
            <a:ext cx="768916" cy="253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Diamond 271">
            <a:extLst>
              <a:ext uri="{FF2B5EF4-FFF2-40B4-BE49-F238E27FC236}">
                <a16:creationId xmlns:a16="http://schemas.microsoft.com/office/drawing/2014/main" id="{B201A2C4-A798-545A-F21A-E5E800B6FA65}"/>
              </a:ext>
            </a:extLst>
          </p:cNvPr>
          <p:cNvSpPr/>
          <p:nvPr/>
        </p:nvSpPr>
        <p:spPr>
          <a:xfrm>
            <a:off x="6706209" y="3997831"/>
            <a:ext cx="1176621" cy="94104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5E7BB562-C286-1107-1576-42F64B4BDEC8}"/>
              </a:ext>
            </a:extLst>
          </p:cNvPr>
          <p:cNvSpPr/>
          <p:nvPr/>
        </p:nvSpPr>
        <p:spPr>
          <a:xfrm>
            <a:off x="6909397" y="4321422"/>
            <a:ext cx="801329" cy="2703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writes</a:t>
            </a:r>
            <a:endParaRPr lang="en-IN" dirty="0"/>
          </a:p>
        </p:txBody>
      </p: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6A7B756C-397B-DD2E-E899-D489AB1EB2C4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7322730" y="4867944"/>
            <a:ext cx="10016" cy="3160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Oval 291">
            <a:extLst>
              <a:ext uri="{FF2B5EF4-FFF2-40B4-BE49-F238E27FC236}">
                <a16:creationId xmlns:a16="http://schemas.microsoft.com/office/drawing/2014/main" id="{DE10E72C-EAE8-9B7A-FFD2-CC0D5E3A77FF}"/>
              </a:ext>
            </a:extLst>
          </p:cNvPr>
          <p:cNvSpPr/>
          <p:nvPr/>
        </p:nvSpPr>
        <p:spPr>
          <a:xfrm>
            <a:off x="220468" y="2697274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u="sng" dirty="0" err="1"/>
              <a:t>ProductID</a:t>
            </a:r>
            <a:r>
              <a:rPr lang="en-IN" sz="1400" u="sng" dirty="0"/>
              <a:t> (PK)</a:t>
            </a:r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9AD1CD76-44F6-5617-7563-7FB70A87BEC9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8152473" y="3748231"/>
            <a:ext cx="934211" cy="991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305EC2E3-D7C1-D229-969B-15DC8001E086}"/>
              </a:ext>
            </a:extLst>
          </p:cNvPr>
          <p:cNvCxnSpPr>
            <a:cxnSpLocks/>
            <a:stCxn id="292" idx="6"/>
            <a:endCxn id="56" idx="1"/>
          </p:cNvCxnSpPr>
          <p:nvPr/>
        </p:nvCxnSpPr>
        <p:spPr>
          <a:xfrm>
            <a:off x="1552739" y="2874255"/>
            <a:ext cx="768799" cy="942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Diamond 322">
            <a:extLst>
              <a:ext uri="{FF2B5EF4-FFF2-40B4-BE49-F238E27FC236}">
                <a16:creationId xmlns:a16="http://schemas.microsoft.com/office/drawing/2014/main" id="{06B91B70-D0AC-FC7F-70CF-4E078CF57DD8}"/>
              </a:ext>
            </a:extLst>
          </p:cNvPr>
          <p:cNvSpPr/>
          <p:nvPr/>
        </p:nvSpPr>
        <p:spPr>
          <a:xfrm>
            <a:off x="2083369" y="2206531"/>
            <a:ext cx="1101207" cy="82958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buy</a:t>
            </a:r>
            <a:endParaRPr lang="en-IN" sz="1200" dirty="0"/>
          </a:p>
        </p:txBody>
      </p:sp>
      <p:sp>
        <p:nvSpPr>
          <p:cNvPr id="339" name="Diamond 338">
            <a:extLst>
              <a:ext uri="{FF2B5EF4-FFF2-40B4-BE49-F238E27FC236}">
                <a16:creationId xmlns:a16="http://schemas.microsoft.com/office/drawing/2014/main" id="{88EC9767-133D-45DD-D3C7-52BE31FEA56A}"/>
              </a:ext>
            </a:extLst>
          </p:cNvPr>
          <p:cNvSpPr/>
          <p:nvPr/>
        </p:nvSpPr>
        <p:spPr>
          <a:xfrm>
            <a:off x="7238743" y="3225760"/>
            <a:ext cx="1101207" cy="82958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place</a:t>
            </a:r>
            <a:endParaRPr lang="en-IN" sz="1200" dirty="0"/>
          </a:p>
        </p:txBody>
      </p:sp>
      <p:sp>
        <p:nvSpPr>
          <p:cNvPr id="344" name="Diamond 343">
            <a:extLst>
              <a:ext uri="{FF2B5EF4-FFF2-40B4-BE49-F238E27FC236}">
                <a16:creationId xmlns:a16="http://schemas.microsoft.com/office/drawing/2014/main" id="{B5E1BEFB-D3BC-EF35-518F-1EEEB96CE7E8}"/>
              </a:ext>
            </a:extLst>
          </p:cNvPr>
          <p:cNvSpPr/>
          <p:nvPr/>
        </p:nvSpPr>
        <p:spPr>
          <a:xfrm>
            <a:off x="3254369" y="4291389"/>
            <a:ext cx="1167688" cy="91685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place</a:t>
            </a:r>
            <a:endParaRPr lang="en-IN" sz="120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BE4A4E8E-1CE1-4DEF-6BF1-3F225F8D7A55}"/>
              </a:ext>
            </a:extLst>
          </p:cNvPr>
          <p:cNvSpPr/>
          <p:nvPr/>
        </p:nvSpPr>
        <p:spPr>
          <a:xfrm>
            <a:off x="3399396" y="4669652"/>
            <a:ext cx="877628" cy="1741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contains</a:t>
            </a:r>
            <a:endParaRPr lang="en-IN" sz="1600" dirty="0"/>
          </a:p>
        </p:txBody>
      </p: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EBC318AC-180A-E8C6-E36E-689FC1E6B3DF}"/>
              </a:ext>
            </a:extLst>
          </p:cNvPr>
          <p:cNvCxnSpPr/>
          <p:nvPr/>
        </p:nvCxnSpPr>
        <p:spPr>
          <a:xfrm>
            <a:off x="3996806" y="413754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Oval 380">
            <a:extLst>
              <a:ext uri="{FF2B5EF4-FFF2-40B4-BE49-F238E27FC236}">
                <a16:creationId xmlns:a16="http://schemas.microsoft.com/office/drawing/2014/main" id="{0E60FBD3-C3E1-6BA4-D7A9-AFFEE7497262}"/>
              </a:ext>
            </a:extLst>
          </p:cNvPr>
          <p:cNvSpPr/>
          <p:nvPr/>
        </p:nvSpPr>
        <p:spPr>
          <a:xfrm>
            <a:off x="81120" y="3134335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Product</a:t>
            </a:r>
          </a:p>
          <a:p>
            <a:pPr algn="ctr"/>
            <a:r>
              <a:rPr lang="en-IN" sz="1400" dirty="0"/>
              <a:t>Name</a:t>
            </a: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B169787F-C4F5-39F1-5CD4-13792157F020}"/>
              </a:ext>
            </a:extLst>
          </p:cNvPr>
          <p:cNvSpPr/>
          <p:nvPr/>
        </p:nvSpPr>
        <p:spPr>
          <a:xfrm>
            <a:off x="36559" y="3529741"/>
            <a:ext cx="1516180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Description</a:t>
            </a:r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22F4CEC0-811B-BCC3-054A-E0660C7063FF}"/>
              </a:ext>
            </a:extLst>
          </p:cNvPr>
          <p:cNvSpPr/>
          <p:nvPr/>
        </p:nvSpPr>
        <p:spPr>
          <a:xfrm>
            <a:off x="-28520" y="4379973"/>
            <a:ext cx="1670412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Stock</a:t>
            </a:r>
          </a:p>
          <a:p>
            <a:pPr algn="ctr"/>
            <a:r>
              <a:rPr lang="en-IN" sz="1400" dirty="0"/>
              <a:t>Quantity</a:t>
            </a: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A0F698F3-F9F0-AB60-23ED-1BF68BA80F31}"/>
              </a:ext>
            </a:extLst>
          </p:cNvPr>
          <p:cNvSpPr/>
          <p:nvPr/>
        </p:nvSpPr>
        <p:spPr>
          <a:xfrm>
            <a:off x="77325" y="3935819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Price</a:t>
            </a:r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DF5F174A-7726-7FC1-A9EB-EF5C27234BC4}"/>
              </a:ext>
            </a:extLst>
          </p:cNvPr>
          <p:cNvSpPr/>
          <p:nvPr/>
        </p:nvSpPr>
        <p:spPr>
          <a:xfrm>
            <a:off x="1180523" y="5130592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SellerID</a:t>
            </a:r>
            <a:r>
              <a:rPr lang="en-IN" sz="1400" dirty="0"/>
              <a:t> (FK)</a:t>
            </a:r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77ECED1A-4CEF-8B27-E2B3-028990323733}"/>
              </a:ext>
            </a:extLst>
          </p:cNvPr>
          <p:cNvSpPr/>
          <p:nvPr/>
        </p:nvSpPr>
        <p:spPr>
          <a:xfrm>
            <a:off x="16315" y="4841913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CategoryID</a:t>
            </a:r>
            <a:r>
              <a:rPr lang="en-IN" sz="1400" dirty="0"/>
              <a:t> (FK)</a:t>
            </a: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3FB41285-FCED-EC81-4040-732A1B990929}"/>
              </a:ext>
            </a:extLst>
          </p:cNvPr>
          <p:cNvSpPr/>
          <p:nvPr/>
        </p:nvSpPr>
        <p:spPr>
          <a:xfrm>
            <a:off x="162232" y="510048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name</a:t>
            </a:r>
            <a:endParaRPr lang="en-IN" sz="1400" dirty="0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281782AC-8016-97F7-CD98-C458EA62F8F4}"/>
              </a:ext>
            </a:extLst>
          </p:cNvPr>
          <p:cNvSpPr/>
          <p:nvPr/>
        </p:nvSpPr>
        <p:spPr>
          <a:xfrm>
            <a:off x="181588" y="955000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Email unique</a:t>
            </a:r>
            <a:endParaRPr lang="en-IN" sz="1400" dirty="0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7D47043B-7C00-55B4-4B98-EFF3FAC37D93}"/>
              </a:ext>
            </a:extLst>
          </p:cNvPr>
          <p:cNvSpPr/>
          <p:nvPr/>
        </p:nvSpPr>
        <p:spPr>
          <a:xfrm>
            <a:off x="137646" y="89115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u="sng" dirty="0"/>
              <a:t>Customer ID (pk)</a:t>
            </a:r>
            <a:endParaRPr lang="en-IN" sz="1200" u="sng" dirty="0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63222850-22ED-F96F-153C-66EE12FF08FA}"/>
              </a:ext>
            </a:extLst>
          </p:cNvPr>
          <p:cNvSpPr/>
          <p:nvPr/>
        </p:nvSpPr>
        <p:spPr>
          <a:xfrm>
            <a:off x="1629691" y="583125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Registration date</a:t>
            </a:r>
            <a:endParaRPr lang="en-IN" sz="1200" dirty="0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371C32B5-FE74-1E65-993A-A0E47C82B280}"/>
              </a:ext>
            </a:extLst>
          </p:cNvPr>
          <p:cNvSpPr/>
          <p:nvPr/>
        </p:nvSpPr>
        <p:spPr>
          <a:xfrm>
            <a:off x="93407" y="2168870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Address </a:t>
            </a:r>
            <a:endParaRPr lang="en-IN" sz="1600" dirty="0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9AAE76A7-67E7-55F0-EB6B-9DF0C25DE3BB}"/>
              </a:ext>
            </a:extLst>
          </p:cNvPr>
          <p:cNvSpPr/>
          <p:nvPr/>
        </p:nvSpPr>
        <p:spPr>
          <a:xfrm>
            <a:off x="44836" y="1746810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password</a:t>
            </a:r>
            <a:endParaRPr lang="en-IN" sz="1400" dirty="0"/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13613D44-A99D-D688-B587-943B8B9E4569}"/>
              </a:ext>
            </a:extLst>
          </p:cNvPr>
          <p:cNvSpPr/>
          <p:nvPr/>
        </p:nvSpPr>
        <p:spPr>
          <a:xfrm>
            <a:off x="72785" y="1368453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phone</a:t>
            </a:r>
            <a:endParaRPr lang="en-IN" dirty="0"/>
          </a:p>
        </p:txBody>
      </p: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1690EDE8-C1BE-364A-9DC9-8FCEA4537210}"/>
              </a:ext>
            </a:extLst>
          </p:cNvPr>
          <p:cNvCxnSpPr>
            <a:stCxn id="398" idx="6"/>
            <a:endCxn id="60" idx="1"/>
          </p:cNvCxnSpPr>
          <p:nvPr/>
        </p:nvCxnSpPr>
        <p:spPr>
          <a:xfrm>
            <a:off x="1469917" y="266096"/>
            <a:ext cx="351504" cy="1215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76A44F2B-FB2D-5ED2-F8BA-5377E2012173}"/>
              </a:ext>
            </a:extLst>
          </p:cNvPr>
          <p:cNvCxnSpPr>
            <a:stCxn id="394" idx="6"/>
            <a:endCxn id="60" idx="1"/>
          </p:cNvCxnSpPr>
          <p:nvPr/>
        </p:nvCxnSpPr>
        <p:spPr>
          <a:xfrm>
            <a:off x="1494503" y="687029"/>
            <a:ext cx="326918" cy="794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CA83F6FC-A4A9-EF9F-9D4D-B38C44E91D1C}"/>
              </a:ext>
            </a:extLst>
          </p:cNvPr>
          <p:cNvCxnSpPr>
            <a:stCxn id="396" idx="6"/>
            <a:endCxn id="60" idx="1"/>
          </p:cNvCxnSpPr>
          <p:nvPr/>
        </p:nvCxnSpPr>
        <p:spPr>
          <a:xfrm>
            <a:off x="1513859" y="1131981"/>
            <a:ext cx="307562" cy="349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F5D1C248-A976-A19C-04C2-F09A0FE55D02}"/>
              </a:ext>
            </a:extLst>
          </p:cNvPr>
          <p:cNvCxnSpPr>
            <a:stCxn id="406" idx="6"/>
            <a:endCxn id="60" idx="1"/>
          </p:cNvCxnSpPr>
          <p:nvPr/>
        </p:nvCxnSpPr>
        <p:spPr>
          <a:xfrm flipV="1">
            <a:off x="1405056" y="1481598"/>
            <a:ext cx="416365" cy="63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2C9108FB-6275-CFE5-2816-EB76B5A45940}"/>
              </a:ext>
            </a:extLst>
          </p:cNvPr>
          <p:cNvCxnSpPr>
            <a:stCxn id="404" idx="6"/>
            <a:endCxn id="60" idx="1"/>
          </p:cNvCxnSpPr>
          <p:nvPr/>
        </p:nvCxnSpPr>
        <p:spPr>
          <a:xfrm flipV="1">
            <a:off x="1377107" y="1481598"/>
            <a:ext cx="444314" cy="442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487900D4-0C9B-4414-7AD0-1E1F9622A57B}"/>
              </a:ext>
            </a:extLst>
          </p:cNvPr>
          <p:cNvCxnSpPr>
            <a:stCxn id="402" idx="6"/>
            <a:endCxn id="60" idx="1"/>
          </p:cNvCxnSpPr>
          <p:nvPr/>
        </p:nvCxnSpPr>
        <p:spPr>
          <a:xfrm flipV="1">
            <a:off x="1425678" y="1481598"/>
            <a:ext cx="395743" cy="864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FFD38575-EF84-D0AA-EFC8-2D1B6B06ACF2}"/>
              </a:ext>
            </a:extLst>
          </p:cNvPr>
          <p:cNvCxnSpPr>
            <a:stCxn id="60" idx="1"/>
            <a:endCxn id="60" idx="1"/>
          </p:cNvCxnSpPr>
          <p:nvPr/>
        </p:nvCxnSpPr>
        <p:spPr>
          <a:xfrm>
            <a:off x="1821421" y="148159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6117899C-D70E-715A-7CCE-62DF641FAA7F}"/>
              </a:ext>
            </a:extLst>
          </p:cNvPr>
          <p:cNvCxnSpPr>
            <a:stCxn id="400" idx="4"/>
            <a:endCxn id="60" idx="0"/>
          </p:cNvCxnSpPr>
          <p:nvPr/>
        </p:nvCxnSpPr>
        <p:spPr>
          <a:xfrm>
            <a:off x="2295827" y="937087"/>
            <a:ext cx="17207" cy="274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5C9BD7B4-0E6D-2572-FB6D-90BB7CA83A9E}"/>
              </a:ext>
            </a:extLst>
          </p:cNvPr>
          <p:cNvCxnSpPr>
            <a:cxnSpLocks/>
          </p:cNvCxnSpPr>
          <p:nvPr/>
        </p:nvCxnSpPr>
        <p:spPr>
          <a:xfrm>
            <a:off x="3537462" y="227448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999D8664-422A-B04C-4194-E5B6D1197B6D}"/>
              </a:ext>
            </a:extLst>
          </p:cNvPr>
          <p:cNvCxnSpPr>
            <a:stCxn id="381" idx="6"/>
            <a:endCxn id="56" idx="1"/>
          </p:cNvCxnSpPr>
          <p:nvPr/>
        </p:nvCxnSpPr>
        <p:spPr>
          <a:xfrm>
            <a:off x="1413391" y="3311316"/>
            <a:ext cx="908147" cy="505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9C59A0C1-6551-DB27-2F4C-9DCAB1987FD3}"/>
              </a:ext>
            </a:extLst>
          </p:cNvPr>
          <p:cNvCxnSpPr>
            <a:cxnSpLocks/>
            <a:stCxn id="384" idx="6"/>
            <a:endCxn id="56" idx="1"/>
          </p:cNvCxnSpPr>
          <p:nvPr/>
        </p:nvCxnSpPr>
        <p:spPr>
          <a:xfrm>
            <a:off x="1552739" y="3706722"/>
            <a:ext cx="768799" cy="110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529FF6EE-ECB0-BAEC-1A2D-BFFFA736FE2F}"/>
              </a:ext>
            </a:extLst>
          </p:cNvPr>
          <p:cNvCxnSpPr>
            <a:stCxn id="388" idx="6"/>
            <a:endCxn id="56" idx="1"/>
          </p:cNvCxnSpPr>
          <p:nvPr/>
        </p:nvCxnSpPr>
        <p:spPr>
          <a:xfrm flipV="1">
            <a:off x="1409596" y="3817070"/>
            <a:ext cx="911942" cy="295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316A8CAE-5A43-CA54-1F81-69ACDA9AAF6C}"/>
              </a:ext>
            </a:extLst>
          </p:cNvPr>
          <p:cNvCxnSpPr>
            <a:cxnSpLocks/>
            <a:stCxn id="386" idx="6"/>
            <a:endCxn id="56" idx="1"/>
          </p:cNvCxnSpPr>
          <p:nvPr/>
        </p:nvCxnSpPr>
        <p:spPr>
          <a:xfrm flipV="1">
            <a:off x="1641892" y="3817070"/>
            <a:ext cx="679646" cy="739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A760CBB7-3FE1-4217-5AC1-FA2E6F2259AE}"/>
              </a:ext>
            </a:extLst>
          </p:cNvPr>
          <p:cNvCxnSpPr>
            <a:stCxn id="392" idx="6"/>
            <a:endCxn id="56" idx="1"/>
          </p:cNvCxnSpPr>
          <p:nvPr/>
        </p:nvCxnSpPr>
        <p:spPr>
          <a:xfrm flipV="1">
            <a:off x="1348586" y="3817070"/>
            <a:ext cx="972952" cy="1201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0837F93F-D76A-1F85-DC99-6A42C52587F3}"/>
              </a:ext>
            </a:extLst>
          </p:cNvPr>
          <p:cNvCxnSpPr>
            <a:cxnSpLocks/>
            <a:stCxn id="390" idx="0"/>
            <a:endCxn id="56" idx="1"/>
          </p:cNvCxnSpPr>
          <p:nvPr/>
        </p:nvCxnSpPr>
        <p:spPr>
          <a:xfrm flipV="1">
            <a:off x="1846659" y="3817070"/>
            <a:ext cx="474879" cy="1313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DD9AF453-1E1D-424E-0F21-634A490494EF}"/>
              </a:ext>
            </a:extLst>
          </p:cNvPr>
          <p:cNvCxnSpPr>
            <a:cxnSpLocks/>
          </p:cNvCxnSpPr>
          <p:nvPr/>
        </p:nvCxnSpPr>
        <p:spPr>
          <a:xfrm>
            <a:off x="3070414" y="4063416"/>
            <a:ext cx="343003" cy="481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9265CEDF-CEE3-097E-E9C2-8CFFDBCFC105}"/>
              </a:ext>
            </a:extLst>
          </p:cNvPr>
          <p:cNvCxnSpPr>
            <a:cxnSpLocks/>
          </p:cNvCxnSpPr>
          <p:nvPr/>
        </p:nvCxnSpPr>
        <p:spPr>
          <a:xfrm>
            <a:off x="4033367" y="4922248"/>
            <a:ext cx="296813" cy="43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01170CE-5136-068B-5CB7-DBFC9883CC55}"/>
              </a:ext>
            </a:extLst>
          </p:cNvPr>
          <p:cNvCxnSpPr>
            <a:stCxn id="60" idx="2"/>
          </p:cNvCxnSpPr>
          <p:nvPr/>
        </p:nvCxnSpPr>
        <p:spPr>
          <a:xfrm>
            <a:off x="2313034" y="1751985"/>
            <a:ext cx="164695" cy="551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55ABB78D-3C9A-7926-A513-2B62AF76C860}"/>
              </a:ext>
            </a:extLst>
          </p:cNvPr>
          <p:cNvCxnSpPr/>
          <p:nvPr/>
        </p:nvCxnSpPr>
        <p:spPr>
          <a:xfrm>
            <a:off x="2743359" y="2979477"/>
            <a:ext cx="152240" cy="567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2C541D51-0E72-5676-5856-82C2ACC82C42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2556095" y="4109525"/>
            <a:ext cx="59286" cy="1375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D2E19175-916B-31FF-9B70-4CA7146507B0}"/>
              </a:ext>
            </a:extLst>
          </p:cNvPr>
          <p:cNvSpPr/>
          <p:nvPr/>
        </p:nvSpPr>
        <p:spPr>
          <a:xfrm>
            <a:off x="1545858" y="6511993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Phone</a:t>
            </a:r>
          </a:p>
        </p:txBody>
      </p:sp>
      <p:sp>
        <p:nvSpPr>
          <p:cNvPr id="495" name="Oval 494">
            <a:extLst>
              <a:ext uri="{FF2B5EF4-FFF2-40B4-BE49-F238E27FC236}">
                <a16:creationId xmlns:a16="http://schemas.microsoft.com/office/drawing/2014/main" id="{2068E940-1ADD-8B2F-6FBC-D6FC00F3A400}"/>
              </a:ext>
            </a:extLst>
          </p:cNvPr>
          <p:cNvSpPr/>
          <p:nvPr/>
        </p:nvSpPr>
        <p:spPr>
          <a:xfrm>
            <a:off x="105391" y="6465329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Email (UNIQUE)</a:t>
            </a:r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4F8D8703-6DB4-8A7E-078A-75E672C05245}"/>
              </a:ext>
            </a:extLst>
          </p:cNvPr>
          <p:cNvSpPr/>
          <p:nvPr/>
        </p:nvSpPr>
        <p:spPr>
          <a:xfrm>
            <a:off x="81120" y="6025328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Seller</a:t>
            </a:r>
          </a:p>
          <a:p>
            <a:pPr algn="ctr"/>
            <a:r>
              <a:rPr lang="en-IN" sz="1400" dirty="0"/>
              <a:t>Name</a:t>
            </a:r>
          </a:p>
        </p:txBody>
      </p:sp>
      <p:sp>
        <p:nvSpPr>
          <p:cNvPr id="499" name="Oval 498">
            <a:extLst>
              <a:ext uri="{FF2B5EF4-FFF2-40B4-BE49-F238E27FC236}">
                <a16:creationId xmlns:a16="http://schemas.microsoft.com/office/drawing/2014/main" id="{AB98395C-A449-81AF-AE87-6C8D9CD650ED}"/>
              </a:ext>
            </a:extLst>
          </p:cNvPr>
          <p:cNvSpPr/>
          <p:nvPr/>
        </p:nvSpPr>
        <p:spPr>
          <a:xfrm>
            <a:off x="-3765" y="5440120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u="sng" dirty="0" err="1"/>
              <a:t>SellerID</a:t>
            </a:r>
            <a:r>
              <a:rPr lang="en-IN" sz="1400" u="sng" dirty="0"/>
              <a:t> (PK</a:t>
            </a:r>
            <a:r>
              <a:rPr lang="en-IN" dirty="0"/>
              <a:t>)</a:t>
            </a:r>
          </a:p>
        </p:txBody>
      </p: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9C2903BE-5030-86CF-4978-B4046F6DE9F6}"/>
              </a:ext>
            </a:extLst>
          </p:cNvPr>
          <p:cNvCxnSpPr>
            <a:stCxn id="499" idx="5"/>
            <a:endCxn id="50" idx="1"/>
          </p:cNvCxnSpPr>
          <p:nvPr/>
        </p:nvCxnSpPr>
        <p:spPr>
          <a:xfrm>
            <a:off x="1133399" y="5742245"/>
            <a:ext cx="93108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3986295F-B736-F268-A147-F29AD0E7C48D}"/>
              </a:ext>
            </a:extLst>
          </p:cNvPr>
          <p:cNvCxnSpPr>
            <a:stCxn id="497" idx="6"/>
            <a:endCxn id="50" idx="1"/>
          </p:cNvCxnSpPr>
          <p:nvPr/>
        </p:nvCxnSpPr>
        <p:spPr>
          <a:xfrm flipV="1">
            <a:off x="1413391" y="5754941"/>
            <a:ext cx="651091" cy="447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E1F9B1EC-5CC8-9C74-CC95-D3D3891D471C}"/>
              </a:ext>
            </a:extLst>
          </p:cNvPr>
          <p:cNvCxnSpPr>
            <a:stCxn id="495" idx="7"/>
            <a:endCxn id="50" idx="1"/>
          </p:cNvCxnSpPr>
          <p:nvPr/>
        </p:nvCxnSpPr>
        <p:spPr>
          <a:xfrm flipV="1">
            <a:off x="1242555" y="5754941"/>
            <a:ext cx="821927" cy="762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1563A6C4-2763-FD0B-3B01-B5ED93203457}"/>
              </a:ext>
            </a:extLst>
          </p:cNvPr>
          <p:cNvCxnSpPr>
            <a:cxnSpLocks/>
            <a:stCxn id="493" idx="0"/>
          </p:cNvCxnSpPr>
          <p:nvPr/>
        </p:nvCxnSpPr>
        <p:spPr>
          <a:xfrm flipH="1" flipV="1">
            <a:off x="2083369" y="6036686"/>
            <a:ext cx="128625" cy="475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angle 508">
            <a:extLst>
              <a:ext uri="{FF2B5EF4-FFF2-40B4-BE49-F238E27FC236}">
                <a16:creationId xmlns:a16="http://schemas.microsoft.com/office/drawing/2014/main" id="{B986C910-8519-16F7-6B9A-593D7B325CC3}"/>
              </a:ext>
            </a:extLst>
          </p:cNvPr>
          <p:cNvSpPr/>
          <p:nvPr/>
        </p:nvSpPr>
        <p:spPr>
          <a:xfrm>
            <a:off x="4306295" y="3522047"/>
            <a:ext cx="983226" cy="540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category</a:t>
            </a:r>
            <a:endParaRPr lang="en-IN" sz="1600" dirty="0"/>
          </a:p>
        </p:txBody>
      </p:sp>
      <p:sp>
        <p:nvSpPr>
          <p:cNvPr id="524" name="Diamond 523">
            <a:extLst>
              <a:ext uri="{FF2B5EF4-FFF2-40B4-BE49-F238E27FC236}">
                <a16:creationId xmlns:a16="http://schemas.microsoft.com/office/drawing/2014/main" id="{3CEC0F95-904B-6100-5018-DAF3CD49DF05}"/>
              </a:ext>
            </a:extLst>
          </p:cNvPr>
          <p:cNvSpPr/>
          <p:nvPr/>
        </p:nvSpPr>
        <p:spPr>
          <a:xfrm>
            <a:off x="2002841" y="4562626"/>
            <a:ext cx="1106507" cy="57267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sells</a:t>
            </a:r>
            <a:endParaRPr lang="en-IN" sz="1400" dirty="0"/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6F98C2D2-51C8-4A17-4699-FEE1B46A0967}"/>
              </a:ext>
            </a:extLst>
          </p:cNvPr>
          <p:cNvSpPr/>
          <p:nvPr/>
        </p:nvSpPr>
        <p:spPr>
          <a:xfrm>
            <a:off x="2568842" y="6094700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 err="1"/>
              <a:t>CartID</a:t>
            </a:r>
            <a:r>
              <a:rPr lang="en-IN" sz="1200" u="sng" dirty="0"/>
              <a:t> (PK)</a:t>
            </a:r>
          </a:p>
        </p:txBody>
      </p:sp>
      <p:sp>
        <p:nvSpPr>
          <p:cNvPr id="528" name="Oval 527">
            <a:extLst>
              <a:ext uri="{FF2B5EF4-FFF2-40B4-BE49-F238E27FC236}">
                <a16:creationId xmlns:a16="http://schemas.microsoft.com/office/drawing/2014/main" id="{F802FC3D-DA35-C97B-CCAC-DDAED4E0D1D4}"/>
              </a:ext>
            </a:extLst>
          </p:cNvPr>
          <p:cNvSpPr/>
          <p:nvPr/>
        </p:nvSpPr>
        <p:spPr>
          <a:xfrm>
            <a:off x="4718564" y="6376145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ProductID</a:t>
            </a:r>
            <a:r>
              <a:rPr lang="en-IN" sz="1400" dirty="0"/>
              <a:t> (FK)</a:t>
            </a:r>
          </a:p>
        </p:txBody>
      </p:sp>
      <p:sp>
        <p:nvSpPr>
          <p:cNvPr id="530" name="Oval 529">
            <a:extLst>
              <a:ext uri="{FF2B5EF4-FFF2-40B4-BE49-F238E27FC236}">
                <a16:creationId xmlns:a16="http://schemas.microsoft.com/office/drawing/2014/main" id="{A989539A-B328-6EC9-5E2C-9CB5EF71883E}"/>
              </a:ext>
            </a:extLst>
          </p:cNvPr>
          <p:cNvSpPr/>
          <p:nvPr/>
        </p:nvSpPr>
        <p:spPr>
          <a:xfrm>
            <a:off x="4923661" y="5893823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Quantity</a:t>
            </a:r>
          </a:p>
        </p:txBody>
      </p:sp>
      <p:sp>
        <p:nvSpPr>
          <p:cNvPr id="532" name="Oval 531">
            <a:extLst>
              <a:ext uri="{FF2B5EF4-FFF2-40B4-BE49-F238E27FC236}">
                <a16:creationId xmlns:a16="http://schemas.microsoft.com/office/drawing/2014/main" id="{C58CC031-D6FC-DCB9-8F86-196BF3311A1B}"/>
              </a:ext>
            </a:extLst>
          </p:cNvPr>
          <p:cNvSpPr/>
          <p:nvPr/>
        </p:nvSpPr>
        <p:spPr>
          <a:xfrm>
            <a:off x="3340659" y="6491140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CustomerID</a:t>
            </a:r>
            <a:r>
              <a:rPr lang="en-IN" sz="1100" dirty="0"/>
              <a:t> (FK)</a:t>
            </a:r>
          </a:p>
        </p:txBody>
      </p: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EC2C2CE5-5A01-C933-05A1-7C649AEC9E29}"/>
              </a:ext>
            </a:extLst>
          </p:cNvPr>
          <p:cNvCxnSpPr>
            <a:cxnSpLocks/>
          </p:cNvCxnSpPr>
          <p:nvPr/>
        </p:nvCxnSpPr>
        <p:spPr>
          <a:xfrm>
            <a:off x="2496168" y="1740927"/>
            <a:ext cx="1717380" cy="11184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537">
            <a:extLst>
              <a:ext uri="{FF2B5EF4-FFF2-40B4-BE49-F238E27FC236}">
                <a16:creationId xmlns:a16="http://schemas.microsoft.com/office/drawing/2014/main" id="{8AE4C59E-717D-5880-B98D-1AD6AA7BFA8A}"/>
              </a:ext>
            </a:extLst>
          </p:cNvPr>
          <p:cNvCxnSpPr>
            <a:cxnSpLocks/>
          </p:cNvCxnSpPr>
          <p:nvPr/>
        </p:nvCxnSpPr>
        <p:spPr>
          <a:xfrm>
            <a:off x="4176020" y="2874255"/>
            <a:ext cx="2160408" cy="21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Oval 541">
            <a:extLst>
              <a:ext uri="{FF2B5EF4-FFF2-40B4-BE49-F238E27FC236}">
                <a16:creationId xmlns:a16="http://schemas.microsoft.com/office/drawing/2014/main" id="{69168D58-4ED8-EE8E-884F-D06A655962F1}"/>
              </a:ext>
            </a:extLst>
          </p:cNvPr>
          <p:cNvSpPr/>
          <p:nvPr/>
        </p:nvSpPr>
        <p:spPr>
          <a:xfrm>
            <a:off x="4752079" y="4833399"/>
            <a:ext cx="1923989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CategoryName</a:t>
            </a:r>
            <a:r>
              <a:rPr lang="en-IN" sz="1400" dirty="0"/>
              <a:t> (UNIQUE)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A7048A19-6B9A-37D7-E959-A645969C1C61}"/>
              </a:ext>
            </a:extLst>
          </p:cNvPr>
          <p:cNvSpPr/>
          <p:nvPr/>
        </p:nvSpPr>
        <p:spPr>
          <a:xfrm>
            <a:off x="5581904" y="3923231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 err="1"/>
              <a:t>CategoryID</a:t>
            </a:r>
            <a:r>
              <a:rPr lang="en-IN" sz="1200" u="sng" dirty="0"/>
              <a:t> (PK)</a:t>
            </a:r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7336A874-661C-F36A-1E40-7CB9C71B52F5}"/>
              </a:ext>
            </a:extLst>
          </p:cNvPr>
          <p:cNvSpPr/>
          <p:nvPr/>
        </p:nvSpPr>
        <p:spPr>
          <a:xfrm>
            <a:off x="5260674" y="4350455"/>
            <a:ext cx="1467093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r>
              <a:rPr lang="en-IN" sz="1400" dirty="0"/>
              <a:t>Description </a:t>
            </a:r>
          </a:p>
          <a:p>
            <a:pPr algn="ctr"/>
            <a:endParaRPr lang="en-IN" dirty="0"/>
          </a:p>
        </p:txBody>
      </p:sp>
      <p:cxnSp>
        <p:nvCxnSpPr>
          <p:cNvPr id="556" name="Straight Connector 555">
            <a:extLst>
              <a:ext uri="{FF2B5EF4-FFF2-40B4-BE49-F238E27FC236}">
                <a16:creationId xmlns:a16="http://schemas.microsoft.com/office/drawing/2014/main" id="{3F224646-52CF-E242-0615-6F0B8FDFF4A1}"/>
              </a:ext>
            </a:extLst>
          </p:cNvPr>
          <p:cNvCxnSpPr>
            <a:cxnSpLocks/>
          </p:cNvCxnSpPr>
          <p:nvPr/>
        </p:nvCxnSpPr>
        <p:spPr>
          <a:xfrm>
            <a:off x="6341970" y="2900497"/>
            <a:ext cx="923112" cy="1057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9" name="Diamond 558">
            <a:extLst>
              <a:ext uri="{FF2B5EF4-FFF2-40B4-BE49-F238E27FC236}">
                <a16:creationId xmlns:a16="http://schemas.microsoft.com/office/drawing/2014/main" id="{BC3A33AB-4E43-2B39-AC35-607A871FC735}"/>
              </a:ext>
            </a:extLst>
          </p:cNvPr>
          <p:cNvSpPr/>
          <p:nvPr/>
        </p:nvSpPr>
        <p:spPr>
          <a:xfrm>
            <a:off x="3361772" y="3439973"/>
            <a:ext cx="839326" cy="71776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has</a:t>
            </a:r>
            <a:endParaRPr lang="en-IN" sz="1100" dirty="0"/>
          </a:p>
        </p:txBody>
      </p:sp>
      <p:cxnSp>
        <p:nvCxnSpPr>
          <p:cNvPr id="561" name="Straight Connector 560">
            <a:extLst>
              <a:ext uri="{FF2B5EF4-FFF2-40B4-BE49-F238E27FC236}">
                <a16:creationId xmlns:a16="http://schemas.microsoft.com/office/drawing/2014/main" id="{69C7C746-C9E1-3DAC-4139-11A3E20AD45D}"/>
              </a:ext>
            </a:extLst>
          </p:cNvPr>
          <p:cNvCxnSpPr>
            <a:cxnSpLocks/>
            <a:stCxn id="56" idx="3"/>
            <a:endCxn id="559" idx="1"/>
          </p:cNvCxnSpPr>
          <p:nvPr/>
        </p:nvCxnSpPr>
        <p:spPr>
          <a:xfrm flipV="1">
            <a:off x="3304764" y="3798855"/>
            <a:ext cx="57008" cy="18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3A7A9C43-9A26-1D66-A4DF-85A0037A729C}"/>
              </a:ext>
            </a:extLst>
          </p:cNvPr>
          <p:cNvCxnSpPr>
            <a:cxnSpLocks/>
            <a:stCxn id="509" idx="1"/>
            <a:endCxn id="559" idx="3"/>
          </p:cNvCxnSpPr>
          <p:nvPr/>
        </p:nvCxnSpPr>
        <p:spPr>
          <a:xfrm flipH="1">
            <a:off x="4201098" y="3792434"/>
            <a:ext cx="105197" cy="6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B68EFE55-AD0E-57C7-A03D-710D3E0584D1}"/>
              </a:ext>
            </a:extLst>
          </p:cNvPr>
          <p:cNvCxnSpPr/>
          <p:nvPr/>
        </p:nvCxnSpPr>
        <p:spPr>
          <a:xfrm flipV="1">
            <a:off x="3254369" y="3185955"/>
            <a:ext cx="0" cy="360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2CE3C8EA-81B6-0863-58EA-49367103EC8F}"/>
              </a:ext>
            </a:extLst>
          </p:cNvPr>
          <p:cNvCxnSpPr>
            <a:endCxn id="339" idx="0"/>
          </p:cNvCxnSpPr>
          <p:nvPr/>
        </p:nvCxnSpPr>
        <p:spPr>
          <a:xfrm>
            <a:off x="3254369" y="3225760"/>
            <a:ext cx="45349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4" name="Oval 573">
            <a:extLst>
              <a:ext uri="{FF2B5EF4-FFF2-40B4-BE49-F238E27FC236}">
                <a16:creationId xmlns:a16="http://schemas.microsoft.com/office/drawing/2014/main" id="{89572CA3-CFCA-172A-232F-9E7FE1201E3C}"/>
              </a:ext>
            </a:extLst>
          </p:cNvPr>
          <p:cNvSpPr/>
          <p:nvPr/>
        </p:nvSpPr>
        <p:spPr>
          <a:xfrm>
            <a:off x="4694934" y="2224063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status</a:t>
            </a:r>
            <a:endParaRPr lang="en-IN" sz="1400" dirty="0"/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DE41019C-2FFF-578A-8B5A-DFC1152A33AD}"/>
              </a:ext>
            </a:extLst>
          </p:cNvPr>
          <p:cNvSpPr/>
          <p:nvPr/>
        </p:nvSpPr>
        <p:spPr>
          <a:xfrm>
            <a:off x="3485915" y="1869969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Total amount</a:t>
            </a:r>
            <a:endParaRPr lang="en-IN" sz="1400" dirty="0"/>
          </a:p>
        </p:txBody>
      </p:sp>
      <p:sp>
        <p:nvSpPr>
          <p:cNvPr id="578" name="Oval 577">
            <a:extLst>
              <a:ext uri="{FF2B5EF4-FFF2-40B4-BE49-F238E27FC236}">
                <a16:creationId xmlns:a16="http://schemas.microsoft.com/office/drawing/2014/main" id="{5E9B0046-A9E4-8970-F535-1C5A333CA646}"/>
              </a:ext>
            </a:extLst>
          </p:cNvPr>
          <p:cNvSpPr/>
          <p:nvPr/>
        </p:nvSpPr>
        <p:spPr>
          <a:xfrm>
            <a:off x="5259172" y="527933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date</a:t>
            </a:r>
            <a:endParaRPr lang="en-IN" sz="1400" dirty="0"/>
          </a:p>
        </p:txBody>
      </p:sp>
      <p:sp>
        <p:nvSpPr>
          <p:cNvPr id="580" name="Oval 579">
            <a:extLst>
              <a:ext uri="{FF2B5EF4-FFF2-40B4-BE49-F238E27FC236}">
                <a16:creationId xmlns:a16="http://schemas.microsoft.com/office/drawing/2014/main" id="{6F860364-5A6C-55C6-29CF-88D8BF7EE4D5}"/>
              </a:ext>
            </a:extLst>
          </p:cNvPr>
          <p:cNvSpPr/>
          <p:nvPr/>
        </p:nvSpPr>
        <p:spPr>
          <a:xfrm>
            <a:off x="3901434" y="503038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u="sng" dirty="0"/>
              <a:t>Order id</a:t>
            </a:r>
            <a:endParaRPr lang="en-IN" sz="1600" u="sng" dirty="0"/>
          </a:p>
        </p:txBody>
      </p: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3908B3D3-FFFE-FD0A-9F32-23CD9EA837E6}"/>
              </a:ext>
            </a:extLst>
          </p:cNvPr>
          <p:cNvCxnSpPr>
            <a:cxnSpLocks/>
          </p:cNvCxnSpPr>
          <p:nvPr/>
        </p:nvCxnSpPr>
        <p:spPr>
          <a:xfrm>
            <a:off x="5130746" y="1683157"/>
            <a:ext cx="23986" cy="480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6" name="Oval 585">
            <a:extLst>
              <a:ext uri="{FF2B5EF4-FFF2-40B4-BE49-F238E27FC236}">
                <a16:creationId xmlns:a16="http://schemas.microsoft.com/office/drawing/2014/main" id="{5F617AEB-12D5-EE34-8363-CB8FC1F41EDD}"/>
              </a:ext>
            </a:extLst>
          </p:cNvPr>
          <p:cNvSpPr/>
          <p:nvPr/>
        </p:nvSpPr>
        <p:spPr>
          <a:xfrm>
            <a:off x="8147105" y="5493782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u="sng" dirty="0"/>
              <a:t>Review ID</a:t>
            </a:r>
            <a:endParaRPr lang="en-IN" sz="1600" u="sng" dirty="0"/>
          </a:p>
        </p:txBody>
      </p:sp>
      <p:sp>
        <p:nvSpPr>
          <p:cNvPr id="589" name="Oval 588">
            <a:extLst>
              <a:ext uri="{FF2B5EF4-FFF2-40B4-BE49-F238E27FC236}">
                <a16:creationId xmlns:a16="http://schemas.microsoft.com/office/drawing/2014/main" id="{DA057352-2718-12BD-7020-F7F38C92EA14}"/>
              </a:ext>
            </a:extLst>
          </p:cNvPr>
          <p:cNvSpPr/>
          <p:nvPr/>
        </p:nvSpPr>
        <p:spPr>
          <a:xfrm>
            <a:off x="8130070" y="6023644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ID PK</a:t>
            </a:r>
            <a:endParaRPr lang="en-IN" sz="1400" dirty="0"/>
          </a:p>
        </p:txBody>
      </p:sp>
      <p:sp>
        <p:nvSpPr>
          <p:cNvPr id="591" name="Oval 590">
            <a:extLst>
              <a:ext uri="{FF2B5EF4-FFF2-40B4-BE49-F238E27FC236}">
                <a16:creationId xmlns:a16="http://schemas.microsoft.com/office/drawing/2014/main" id="{DFA736CE-F7D1-330E-1BC9-66E0EC2FA081}"/>
              </a:ext>
            </a:extLst>
          </p:cNvPr>
          <p:cNvSpPr/>
          <p:nvPr/>
        </p:nvSpPr>
        <p:spPr>
          <a:xfrm>
            <a:off x="7667379" y="6468951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Product ID PK</a:t>
            </a:r>
            <a:endParaRPr lang="en-IN" sz="1400" dirty="0"/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9FC7B5BF-3D5B-FF6E-2B92-59E0AB94186C}"/>
              </a:ext>
            </a:extLst>
          </p:cNvPr>
          <p:cNvSpPr/>
          <p:nvPr/>
        </p:nvSpPr>
        <p:spPr>
          <a:xfrm>
            <a:off x="6387862" y="6070673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rating</a:t>
            </a:r>
            <a:endParaRPr lang="en-IN" dirty="0"/>
          </a:p>
        </p:txBody>
      </p: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7A91635E-9A1B-1DA8-8D1B-1E136F2B05A8}"/>
              </a:ext>
            </a:extLst>
          </p:cNvPr>
          <p:cNvCxnSpPr>
            <a:stCxn id="52" idx="2"/>
            <a:endCxn id="593" idx="0"/>
          </p:cNvCxnSpPr>
          <p:nvPr/>
        </p:nvCxnSpPr>
        <p:spPr>
          <a:xfrm flipH="1">
            <a:off x="7053998" y="5724778"/>
            <a:ext cx="268732" cy="345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408104B9-C06E-C4F3-9E63-13240178DA42}"/>
              </a:ext>
            </a:extLst>
          </p:cNvPr>
          <p:cNvCxnSpPr>
            <a:cxnSpLocks/>
            <a:stCxn id="52" idx="2"/>
            <a:endCxn id="591" idx="0"/>
          </p:cNvCxnSpPr>
          <p:nvPr/>
        </p:nvCxnSpPr>
        <p:spPr>
          <a:xfrm>
            <a:off x="7322730" y="5724778"/>
            <a:ext cx="1010785" cy="744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599">
            <a:extLst>
              <a:ext uri="{FF2B5EF4-FFF2-40B4-BE49-F238E27FC236}">
                <a16:creationId xmlns:a16="http://schemas.microsoft.com/office/drawing/2014/main" id="{A9987A0E-9F1B-1716-4881-245AE1B4FBDB}"/>
              </a:ext>
            </a:extLst>
          </p:cNvPr>
          <p:cNvCxnSpPr>
            <a:stCxn id="52" idx="2"/>
            <a:endCxn id="589" idx="1"/>
          </p:cNvCxnSpPr>
          <p:nvPr/>
        </p:nvCxnSpPr>
        <p:spPr>
          <a:xfrm>
            <a:off x="7322730" y="5724778"/>
            <a:ext cx="1002447" cy="350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83C1441F-D481-BCA9-C951-9DD4200AC7A2}"/>
              </a:ext>
            </a:extLst>
          </p:cNvPr>
          <p:cNvCxnSpPr>
            <a:stCxn id="52" idx="2"/>
            <a:endCxn id="586" idx="2"/>
          </p:cNvCxnSpPr>
          <p:nvPr/>
        </p:nvCxnSpPr>
        <p:spPr>
          <a:xfrm flipV="1">
            <a:off x="7322730" y="5670763"/>
            <a:ext cx="824375" cy="54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" name="Oval 603">
            <a:extLst>
              <a:ext uri="{FF2B5EF4-FFF2-40B4-BE49-F238E27FC236}">
                <a16:creationId xmlns:a16="http://schemas.microsoft.com/office/drawing/2014/main" id="{D992FBD4-4A66-F203-966B-775760EE4EC3}"/>
              </a:ext>
            </a:extLst>
          </p:cNvPr>
          <p:cNvSpPr/>
          <p:nvPr/>
        </p:nvSpPr>
        <p:spPr>
          <a:xfrm>
            <a:off x="10178851" y="4848993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Price</a:t>
            </a:r>
            <a:endParaRPr lang="en-IN" sz="1600" dirty="0"/>
          </a:p>
        </p:txBody>
      </p:sp>
      <p:sp>
        <p:nvSpPr>
          <p:cNvPr id="606" name="Oval 605">
            <a:extLst>
              <a:ext uri="{FF2B5EF4-FFF2-40B4-BE49-F238E27FC236}">
                <a16:creationId xmlns:a16="http://schemas.microsoft.com/office/drawing/2014/main" id="{F9E2D387-13B7-0DDA-B90F-D98DE4BA1C79}"/>
              </a:ext>
            </a:extLst>
          </p:cNvPr>
          <p:cNvSpPr/>
          <p:nvPr/>
        </p:nvSpPr>
        <p:spPr>
          <a:xfrm>
            <a:off x="10561523" y="4413423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Quqntity</a:t>
            </a:r>
            <a:endParaRPr lang="en-IN" sz="1600" dirty="0"/>
          </a:p>
        </p:txBody>
      </p:sp>
      <p:sp>
        <p:nvSpPr>
          <p:cNvPr id="608" name="Oval 607">
            <a:extLst>
              <a:ext uri="{FF2B5EF4-FFF2-40B4-BE49-F238E27FC236}">
                <a16:creationId xmlns:a16="http://schemas.microsoft.com/office/drawing/2014/main" id="{97281C06-39EF-844B-1215-3356ABEABD07}"/>
              </a:ext>
            </a:extLst>
          </p:cNvPr>
          <p:cNvSpPr/>
          <p:nvPr/>
        </p:nvSpPr>
        <p:spPr>
          <a:xfrm>
            <a:off x="10363202" y="3839755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u="sng" dirty="0" err="1"/>
              <a:t>OrderItem</a:t>
            </a:r>
            <a:r>
              <a:rPr lang="en-US" sz="1400" u="sng" dirty="0"/>
              <a:t> ID</a:t>
            </a:r>
            <a:endParaRPr lang="en-IN" sz="1400" u="sng" dirty="0"/>
          </a:p>
        </p:txBody>
      </p:sp>
      <p:sp>
        <p:nvSpPr>
          <p:cNvPr id="610" name="Oval 609">
            <a:extLst>
              <a:ext uri="{FF2B5EF4-FFF2-40B4-BE49-F238E27FC236}">
                <a16:creationId xmlns:a16="http://schemas.microsoft.com/office/drawing/2014/main" id="{A929FD05-E1F8-B0F0-1EE6-15C8844187D2}"/>
              </a:ext>
            </a:extLst>
          </p:cNvPr>
          <p:cNvSpPr/>
          <p:nvPr/>
        </p:nvSpPr>
        <p:spPr>
          <a:xfrm>
            <a:off x="9389812" y="749411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u="sng" dirty="0"/>
              <a:t>Payment ID</a:t>
            </a:r>
            <a:endParaRPr lang="en-IN" sz="1600" u="sng" dirty="0"/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9509953A-005D-D0AA-6C50-FEDAA3DC3B46}"/>
              </a:ext>
            </a:extLst>
          </p:cNvPr>
          <p:cNvSpPr/>
          <p:nvPr/>
        </p:nvSpPr>
        <p:spPr>
          <a:xfrm>
            <a:off x="10775963" y="764427"/>
            <a:ext cx="1416037" cy="38173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Payment method</a:t>
            </a:r>
            <a:endParaRPr lang="en-IN" sz="1400" dirty="0"/>
          </a:p>
        </p:txBody>
      </p:sp>
      <p:sp>
        <p:nvSpPr>
          <p:cNvPr id="614" name="Oval 613">
            <a:extLst>
              <a:ext uri="{FF2B5EF4-FFF2-40B4-BE49-F238E27FC236}">
                <a16:creationId xmlns:a16="http://schemas.microsoft.com/office/drawing/2014/main" id="{E2C2AEA6-3B06-AC06-A17D-75BC8AAF6ED6}"/>
              </a:ext>
            </a:extLst>
          </p:cNvPr>
          <p:cNvSpPr/>
          <p:nvPr/>
        </p:nvSpPr>
        <p:spPr>
          <a:xfrm>
            <a:off x="10706637" y="1246331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payment</a:t>
            </a:r>
          </a:p>
          <a:p>
            <a:pPr algn="ctr"/>
            <a:r>
              <a:rPr lang="en-US" sz="1400" dirty="0"/>
              <a:t>Date</a:t>
            </a:r>
            <a:endParaRPr lang="en-IN" sz="1400" dirty="0"/>
          </a:p>
        </p:txBody>
      </p:sp>
      <p:sp>
        <p:nvSpPr>
          <p:cNvPr id="616" name="Oval 615">
            <a:extLst>
              <a:ext uri="{FF2B5EF4-FFF2-40B4-BE49-F238E27FC236}">
                <a16:creationId xmlns:a16="http://schemas.microsoft.com/office/drawing/2014/main" id="{D5DAD2F7-687C-9623-FE0E-E2AC091ED79A}"/>
              </a:ext>
            </a:extLst>
          </p:cNvPr>
          <p:cNvSpPr/>
          <p:nvPr/>
        </p:nvSpPr>
        <p:spPr>
          <a:xfrm>
            <a:off x="9111054" y="1577895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Payment status</a:t>
            </a:r>
            <a:endParaRPr lang="en-IN" sz="1400" dirty="0"/>
          </a:p>
        </p:txBody>
      </p:sp>
      <p:sp>
        <p:nvSpPr>
          <p:cNvPr id="618" name="Oval 617">
            <a:extLst>
              <a:ext uri="{FF2B5EF4-FFF2-40B4-BE49-F238E27FC236}">
                <a16:creationId xmlns:a16="http://schemas.microsoft.com/office/drawing/2014/main" id="{5ABE0DFA-1C9E-8D44-C17A-C107E699952A}"/>
              </a:ext>
            </a:extLst>
          </p:cNvPr>
          <p:cNvSpPr/>
          <p:nvPr/>
        </p:nvSpPr>
        <p:spPr>
          <a:xfrm>
            <a:off x="10859729" y="1798440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u="sng" dirty="0"/>
              <a:t>Shipment ID</a:t>
            </a:r>
            <a:endParaRPr lang="en-IN" sz="1400" u="sng" dirty="0"/>
          </a:p>
        </p:txBody>
      </p:sp>
      <p:sp>
        <p:nvSpPr>
          <p:cNvPr id="620" name="Oval 619">
            <a:extLst>
              <a:ext uri="{FF2B5EF4-FFF2-40B4-BE49-F238E27FC236}">
                <a16:creationId xmlns:a16="http://schemas.microsoft.com/office/drawing/2014/main" id="{11FBDE93-A8FF-6EAC-1EC0-84C6B1876397}"/>
              </a:ext>
            </a:extLst>
          </p:cNvPr>
          <p:cNvSpPr/>
          <p:nvPr/>
        </p:nvSpPr>
        <p:spPr>
          <a:xfrm>
            <a:off x="9994476" y="2161337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TrackingNo</a:t>
            </a:r>
            <a:r>
              <a:rPr lang="en-US" sz="1200" dirty="0"/>
              <a:t> (UNIQUE)</a:t>
            </a:r>
            <a:endParaRPr lang="en-IN" sz="1200" dirty="0"/>
          </a:p>
        </p:txBody>
      </p:sp>
      <p:sp>
        <p:nvSpPr>
          <p:cNvPr id="622" name="Oval 621">
            <a:extLst>
              <a:ext uri="{FF2B5EF4-FFF2-40B4-BE49-F238E27FC236}">
                <a16:creationId xmlns:a16="http://schemas.microsoft.com/office/drawing/2014/main" id="{CD8E1022-A837-4800-2161-6E4132762AB4}"/>
              </a:ext>
            </a:extLst>
          </p:cNvPr>
          <p:cNvSpPr/>
          <p:nvPr/>
        </p:nvSpPr>
        <p:spPr>
          <a:xfrm>
            <a:off x="10859729" y="2498786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Delivery Date</a:t>
            </a:r>
            <a:endParaRPr lang="en-IN" sz="1400" dirty="0"/>
          </a:p>
        </p:txBody>
      </p:sp>
      <p:sp>
        <p:nvSpPr>
          <p:cNvPr id="624" name="Oval 623">
            <a:extLst>
              <a:ext uri="{FF2B5EF4-FFF2-40B4-BE49-F238E27FC236}">
                <a16:creationId xmlns:a16="http://schemas.microsoft.com/office/drawing/2014/main" id="{A2D2DE92-770A-25FA-6D71-23C497449277}"/>
              </a:ext>
            </a:extLst>
          </p:cNvPr>
          <p:cNvSpPr/>
          <p:nvPr/>
        </p:nvSpPr>
        <p:spPr>
          <a:xfrm>
            <a:off x="9558141" y="2643252"/>
            <a:ext cx="1332271" cy="3539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shipmentStatus</a:t>
            </a:r>
            <a:endParaRPr lang="en-IN" sz="1400" dirty="0"/>
          </a:p>
        </p:txBody>
      </p: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8010010F-5B7A-F9C9-294A-5F12D194BD15}"/>
              </a:ext>
            </a:extLst>
          </p:cNvPr>
          <p:cNvCxnSpPr>
            <a:stCxn id="509" idx="3"/>
            <a:endCxn id="544" idx="2"/>
          </p:cNvCxnSpPr>
          <p:nvPr/>
        </p:nvCxnSpPr>
        <p:spPr>
          <a:xfrm>
            <a:off x="5289521" y="3792434"/>
            <a:ext cx="292383" cy="3077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8A76DD35-1788-1DF2-CBE7-B8CB351AAB62}"/>
              </a:ext>
            </a:extLst>
          </p:cNvPr>
          <p:cNvCxnSpPr>
            <a:cxnSpLocks/>
            <a:stCxn id="509" idx="2"/>
            <a:endCxn id="546" idx="1"/>
          </p:cNvCxnSpPr>
          <p:nvPr/>
        </p:nvCxnSpPr>
        <p:spPr>
          <a:xfrm>
            <a:off x="4797908" y="4062821"/>
            <a:ext cx="677617" cy="339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94D36ECF-F957-68BD-0A92-F9B2019A5852}"/>
              </a:ext>
            </a:extLst>
          </p:cNvPr>
          <p:cNvCxnSpPr>
            <a:cxnSpLocks/>
            <a:stCxn id="509" idx="2"/>
            <a:endCxn id="542" idx="1"/>
          </p:cNvCxnSpPr>
          <p:nvPr/>
        </p:nvCxnSpPr>
        <p:spPr>
          <a:xfrm>
            <a:off x="4797908" y="4062821"/>
            <a:ext cx="235933" cy="822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3D27ED-C2E0-D4BB-D63A-DB42A9F34BF0}"/>
              </a:ext>
            </a:extLst>
          </p:cNvPr>
          <p:cNvCxnSpPr>
            <a:cxnSpLocks/>
            <a:stCxn id="105" idx="3"/>
            <a:endCxn id="46" idx="1"/>
          </p:cNvCxnSpPr>
          <p:nvPr/>
        </p:nvCxnSpPr>
        <p:spPr>
          <a:xfrm>
            <a:off x="4201098" y="1408067"/>
            <a:ext cx="202085" cy="4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7B21191-3735-4BA8-E8B4-97094C283541}"/>
              </a:ext>
            </a:extLst>
          </p:cNvPr>
          <p:cNvCxnSpPr/>
          <p:nvPr/>
        </p:nvCxnSpPr>
        <p:spPr>
          <a:xfrm>
            <a:off x="7610168" y="1306789"/>
            <a:ext cx="361125" cy="206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20073B-2CF5-596C-461D-0D70D1359CC6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7710726" y="2049242"/>
            <a:ext cx="379377" cy="241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36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125</Words>
  <Application>Microsoft Office PowerPoint</Application>
  <PresentationFormat>Widescreen</PresentationFormat>
  <Paragraphs>72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jenisha henry</dc:creator>
  <cp:lastModifiedBy>jenisha henry</cp:lastModifiedBy>
  <cp:revision>2</cp:revision>
  <dcterms:created xsi:type="dcterms:W3CDTF">2026-07-21T07:09:41Z</dcterms:created>
  <dcterms:modified xsi:type="dcterms:W3CDTF">2026-07-23T07:22:14Z</dcterms:modified>
</cp:coreProperties>
</file>